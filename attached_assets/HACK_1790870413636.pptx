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Canva Sans" charset="1" panose="020B0503030501040103"/>
      <p:regular r:id="rId7"/>
    </p:embeddedFont>
    <p:embeddedFont>
      <p:font typeface="Bernier Shade" charset="1" panose="00000500000000000000"/>
      <p:regular r:id="rId8"/>
    </p:embeddedFont>
    <p:embeddedFont>
      <p:font typeface="Racing Sans One" charset="1" panose="02000000000000000000"/>
      <p:regular r:id="rId9"/>
    </p:embeddedFont>
    <p:embeddedFont>
      <p:font typeface="Luciole" charset="1" panose="020B0500020200000003"/>
      <p:regular r:id="rId10"/>
    </p:embeddedFont>
    <p:embeddedFont>
      <p:font typeface="Quotes Script" charset="1" panose="00000000000000000000"/>
      <p:regular r:id="rId11"/>
    </p:embeddedFont>
    <p:embeddedFont>
      <p:font typeface="Dynamo Condensed Bold" charset="1" panose="020B080402020A060404"/>
      <p:regular r:id="rId12"/>
    </p:embeddedFont>
    <p:embeddedFont>
      <p:font typeface="Brasika" charset="1" panose="00000000000000000000"/>
      <p:regular r:id="rId13"/>
    </p:embeddedFont>
    <p:embeddedFont>
      <p:font typeface="TAN Twinkle" charset="1" panose="00000000000000000000"/>
      <p:regular r:id="rId14"/>
    </p:embeddedFont>
    <p:embeddedFont>
      <p:font typeface="Dynamo Medium" charset="1" panose="020B060402020A080404"/>
      <p:regular r:id="rId15"/>
    </p:embeddedFont>
    <p:embeddedFont>
      <p:font typeface="League Spartan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35" Target="../media/image34.png" Type="http://schemas.openxmlformats.org/officeDocument/2006/relationships/image"/><Relationship Id="rId36" Target="../media/image35.png" Type="http://schemas.openxmlformats.org/officeDocument/2006/relationships/image"/><Relationship Id="rId37" Target="../media/image36.svg" Type="http://schemas.openxmlformats.org/officeDocument/2006/relationships/image"/><Relationship Id="rId38" Target="../media/image37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7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40503" y="9421775"/>
            <a:ext cx="2582949" cy="581163"/>
          </a:xfrm>
          <a:custGeom>
            <a:avLst/>
            <a:gdLst/>
            <a:ahLst/>
            <a:cxnLst/>
            <a:rect r="r" b="b" t="t" l="l"/>
            <a:pathLst>
              <a:path h="581163" w="2582949">
                <a:moveTo>
                  <a:pt x="0" y="0"/>
                </a:moveTo>
                <a:lnTo>
                  <a:pt x="2582949" y="0"/>
                </a:lnTo>
                <a:lnTo>
                  <a:pt x="2582949" y="581164"/>
                </a:lnTo>
                <a:lnTo>
                  <a:pt x="0" y="581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709045" y="7980532"/>
            <a:ext cx="5620406" cy="2922611"/>
          </a:xfrm>
          <a:custGeom>
            <a:avLst/>
            <a:gdLst/>
            <a:ahLst/>
            <a:cxnLst/>
            <a:rect r="r" b="b" t="t" l="l"/>
            <a:pathLst>
              <a:path h="2922611" w="5620406">
                <a:moveTo>
                  <a:pt x="0" y="0"/>
                </a:moveTo>
                <a:lnTo>
                  <a:pt x="5620406" y="0"/>
                </a:lnTo>
                <a:lnTo>
                  <a:pt x="5620406" y="2922611"/>
                </a:lnTo>
                <a:lnTo>
                  <a:pt x="0" y="2922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43619" y="3024164"/>
            <a:ext cx="1433446" cy="2004820"/>
          </a:xfrm>
          <a:custGeom>
            <a:avLst/>
            <a:gdLst/>
            <a:ahLst/>
            <a:cxnLst/>
            <a:rect r="r" b="b" t="t" l="l"/>
            <a:pathLst>
              <a:path h="2004820" w="1433446">
                <a:moveTo>
                  <a:pt x="0" y="0"/>
                </a:moveTo>
                <a:lnTo>
                  <a:pt x="1433447" y="0"/>
                </a:lnTo>
                <a:lnTo>
                  <a:pt x="1433447" y="2004820"/>
                </a:lnTo>
                <a:lnTo>
                  <a:pt x="0" y="20048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64074" y="2648205"/>
            <a:ext cx="2582949" cy="581163"/>
          </a:xfrm>
          <a:custGeom>
            <a:avLst/>
            <a:gdLst/>
            <a:ahLst/>
            <a:cxnLst/>
            <a:rect r="r" b="b" t="t" l="l"/>
            <a:pathLst>
              <a:path h="581163" w="2582949">
                <a:moveTo>
                  <a:pt x="0" y="0"/>
                </a:moveTo>
                <a:lnTo>
                  <a:pt x="2582948" y="0"/>
                </a:lnTo>
                <a:lnTo>
                  <a:pt x="2582948" y="581163"/>
                </a:lnTo>
                <a:lnTo>
                  <a:pt x="0" y="5811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66935" y="2580107"/>
            <a:ext cx="2582949" cy="581163"/>
          </a:xfrm>
          <a:custGeom>
            <a:avLst/>
            <a:gdLst/>
            <a:ahLst/>
            <a:cxnLst/>
            <a:rect r="r" b="b" t="t" l="l"/>
            <a:pathLst>
              <a:path h="581163" w="2582949">
                <a:moveTo>
                  <a:pt x="0" y="0"/>
                </a:moveTo>
                <a:lnTo>
                  <a:pt x="2582949" y="0"/>
                </a:lnTo>
                <a:lnTo>
                  <a:pt x="2582949" y="581164"/>
                </a:lnTo>
                <a:lnTo>
                  <a:pt x="0" y="581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4461" y="2574179"/>
            <a:ext cx="2582949" cy="581163"/>
          </a:xfrm>
          <a:custGeom>
            <a:avLst/>
            <a:gdLst/>
            <a:ahLst/>
            <a:cxnLst/>
            <a:rect r="r" b="b" t="t" l="l"/>
            <a:pathLst>
              <a:path h="581163" w="2582949">
                <a:moveTo>
                  <a:pt x="0" y="0"/>
                </a:moveTo>
                <a:lnTo>
                  <a:pt x="2582949" y="0"/>
                </a:lnTo>
                <a:lnTo>
                  <a:pt x="2582949" y="581164"/>
                </a:lnTo>
                <a:lnTo>
                  <a:pt x="0" y="581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40905" y="2648205"/>
            <a:ext cx="2582949" cy="581163"/>
          </a:xfrm>
          <a:custGeom>
            <a:avLst/>
            <a:gdLst/>
            <a:ahLst/>
            <a:cxnLst/>
            <a:rect r="r" b="b" t="t" l="l"/>
            <a:pathLst>
              <a:path h="581163" w="2582949">
                <a:moveTo>
                  <a:pt x="0" y="0"/>
                </a:moveTo>
                <a:lnTo>
                  <a:pt x="2582949" y="0"/>
                </a:lnTo>
                <a:lnTo>
                  <a:pt x="2582949" y="581163"/>
                </a:lnTo>
                <a:lnTo>
                  <a:pt x="0" y="5811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62351" y="2580107"/>
            <a:ext cx="2582949" cy="581163"/>
          </a:xfrm>
          <a:custGeom>
            <a:avLst/>
            <a:gdLst/>
            <a:ahLst/>
            <a:cxnLst/>
            <a:rect r="r" b="b" t="t" l="l"/>
            <a:pathLst>
              <a:path h="581163" w="2582949">
                <a:moveTo>
                  <a:pt x="0" y="0"/>
                </a:moveTo>
                <a:lnTo>
                  <a:pt x="2582949" y="0"/>
                </a:lnTo>
                <a:lnTo>
                  <a:pt x="2582949" y="581164"/>
                </a:lnTo>
                <a:lnTo>
                  <a:pt x="0" y="581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1777" y="4537847"/>
            <a:ext cx="530812" cy="398109"/>
          </a:xfrm>
          <a:custGeom>
            <a:avLst/>
            <a:gdLst/>
            <a:ahLst/>
            <a:cxnLst/>
            <a:rect r="r" b="b" t="t" l="l"/>
            <a:pathLst>
              <a:path h="398109" w="530812">
                <a:moveTo>
                  <a:pt x="0" y="0"/>
                </a:moveTo>
                <a:lnTo>
                  <a:pt x="530812" y="0"/>
                </a:lnTo>
                <a:lnTo>
                  <a:pt x="530812" y="398109"/>
                </a:lnTo>
                <a:lnTo>
                  <a:pt x="0" y="3981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95929" y="4511917"/>
            <a:ext cx="262752" cy="398109"/>
          </a:xfrm>
          <a:custGeom>
            <a:avLst/>
            <a:gdLst/>
            <a:ahLst/>
            <a:cxnLst/>
            <a:rect r="r" b="b" t="t" l="l"/>
            <a:pathLst>
              <a:path h="398109" w="262752">
                <a:moveTo>
                  <a:pt x="0" y="0"/>
                </a:moveTo>
                <a:lnTo>
                  <a:pt x="262752" y="0"/>
                </a:lnTo>
                <a:lnTo>
                  <a:pt x="262752" y="398109"/>
                </a:lnTo>
                <a:lnTo>
                  <a:pt x="0" y="3981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95599" y="4512862"/>
            <a:ext cx="480448" cy="434805"/>
          </a:xfrm>
          <a:custGeom>
            <a:avLst/>
            <a:gdLst/>
            <a:ahLst/>
            <a:cxnLst/>
            <a:rect r="r" b="b" t="t" l="l"/>
            <a:pathLst>
              <a:path h="434805" w="480448">
                <a:moveTo>
                  <a:pt x="0" y="0"/>
                </a:moveTo>
                <a:lnTo>
                  <a:pt x="480448" y="0"/>
                </a:lnTo>
                <a:lnTo>
                  <a:pt x="480448" y="434805"/>
                </a:lnTo>
                <a:lnTo>
                  <a:pt x="0" y="4348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347592" y="5559500"/>
            <a:ext cx="1841802" cy="1841802"/>
          </a:xfrm>
          <a:custGeom>
            <a:avLst/>
            <a:gdLst/>
            <a:ahLst/>
            <a:cxnLst/>
            <a:rect r="r" b="b" t="t" l="l"/>
            <a:pathLst>
              <a:path h="1841802" w="1841802">
                <a:moveTo>
                  <a:pt x="0" y="0"/>
                </a:moveTo>
                <a:lnTo>
                  <a:pt x="1841802" y="0"/>
                </a:lnTo>
                <a:lnTo>
                  <a:pt x="1841802" y="1841802"/>
                </a:lnTo>
                <a:lnTo>
                  <a:pt x="0" y="184180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159295" y="8783775"/>
            <a:ext cx="772010" cy="882297"/>
          </a:xfrm>
          <a:custGeom>
            <a:avLst/>
            <a:gdLst/>
            <a:ahLst/>
            <a:cxnLst/>
            <a:rect r="r" b="b" t="t" l="l"/>
            <a:pathLst>
              <a:path h="882297" w="772010">
                <a:moveTo>
                  <a:pt x="0" y="0"/>
                </a:moveTo>
                <a:lnTo>
                  <a:pt x="772010" y="0"/>
                </a:lnTo>
                <a:lnTo>
                  <a:pt x="772010" y="882297"/>
                </a:lnTo>
                <a:lnTo>
                  <a:pt x="0" y="88229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13499" y="3632464"/>
            <a:ext cx="569406" cy="521007"/>
          </a:xfrm>
          <a:custGeom>
            <a:avLst/>
            <a:gdLst/>
            <a:ahLst/>
            <a:cxnLst/>
            <a:rect r="r" b="b" t="t" l="l"/>
            <a:pathLst>
              <a:path h="521007" w="569406">
                <a:moveTo>
                  <a:pt x="0" y="0"/>
                </a:moveTo>
                <a:lnTo>
                  <a:pt x="569406" y="0"/>
                </a:lnTo>
                <a:lnTo>
                  <a:pt x="569406" y="521006"/>
                </a:lnTo>
                <a:lnTo>
                  <a:pt x="0" y="52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05244" y="5140400"/>
            <a:ext cx="2582949" cy="581163"/>
          </a:xfrm>
          <a:custGeom>
            <a:avLst/>
            <a:gdLst/>
            <a:ahLst/>
            <a:cxnLst/>
            <a:rect r="r" b="b" t="t" l="l"/>
            <a:pathLst>
              <a:path h="581163" w="2582949">
                <a:moveTo>
                  <a:pt x="0" y="0"/>
                </a:moveTo>
                <a:lnTo>
                  <a:pt x="2582949" y="0"/>
                </a:lnTo>
                <a:lnTo>
                  <a:pt x="2582949" y="581164"/>
                </a:lnTo>
                <a:lnTo>
                  <a:pt x="0" y="581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08737" y="5175478"/>
            <a:ext cx="2582949" cy="581163"/>
          </a:xfrm>
          <a:custGeom>
            <a:avLst/>
            <a:gdLst/>
            <a:ahLst/>
            <a:cxnLst/>
            <a:rect r="r" b="b" t="t" l="l"/>
            <a:pathLst>
              <a:path h="581163" w="2582949">
                <a:moveTo>
                  <a:pt x="0" y="0"/>
                </a:moveTo>
                <a:lnTo>
                  <a:pt x="2582949" y="0"/>
                </a:lnTo>
                <a:lnTo>
                  <a:pt x="2582949" y="581164"/>
                </a:lnTo>
                <a:lnTo>
                  <a:pt x="0" y="581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05024" y="5853714"/>
            <a:ext cx="273165" cy="401714"/>
          </a:xfrm>
          <a:custGeom>
            <a:avLst/>
            <a:gdLst/>
            <a:ahLst/>
            <a:cxnLst/>
            <a:rect r="r" b="b" t="t" l="l"/>
            <a:pathLst>
              <a:path h="401714" w="273165">
                <a:moveTo>
                  <a:pt x="0" y="0"/>
                </a:moveTo>
                <a:lnTo>
                  <a:pt x="273166" y="0"/>
                </a:lnTo>
                <a:lnTo>
                  <a:pt x="273166" y="401714"/>
                </a:lnTo>
                <a:lnTo>
                  <a:pt x="0" y="40171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63052" y="6493553"/>
            <a:ext cx="390181" cy="440882"/>
          </a:xfrm>
          <a:custGeom>
            <a:avLst/>
            <a:gdLst/>
            <a:ahLst/>
            <a:cxnLst/>
            <a:rect r="r" b="b" t="t" l="l"/>
            <a:pathLst>
              <a:path h="440882" w="390181">
                <a:moveTo>
                  <a:pt x="0" y="0"/>
                </a:moveTo>
                <a:lnTo>
                  <a:pt x="390181" y="0"/>
                </a:lnTo>
                <a:lnTo>
                  <a:pt x="390181" y="440882"/>
                </a:lnTo>
                <a:lnTo>
                  <a:pt x="0" y="4408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25814" y="7159182"/>
            <a:ext cx="431586" cy="583224"/>
          </a:xfrm>
          <a:custGeom>
            <a:avLst/>
            <a:gdLst/>
            <a:ahLst/>
            <a:cxnLst/>
            <a:rect r="r" b="b" t="t" l="l"/>
            <a:pathLst>
              <a:path h="583224" w="431586">
                <a:moveTo>
                  <a:pt x="0" y="0"/>
                </a:moveTo>
                <a:lnTo>
                  <a:pt x="431586" y="0"/>
                </a:lnTo>
                <a:lnTo>
                  <a:pt x="431586" y="583225"/>
                </a:lnTo>
                <a:lnTo>
                  <a:pt x="0" y="5832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2896" y="7942432"/>
            <a:ext cx="510492" cy="520910"/>
          </a:xfrm>
          <a:custGeom>
            <a:avLst/>
            <a:gdLst/>
            <a:ahLst/>
            <a:cxnLst/>
            <a:rect r="r" b="b" t="t" l="l"/>
            <a:pathLst>
              <a:path h="520910" w="510492">
                <a:moveTo>
                  <a:pt x="0" y="0"/>
                </a:moveTo>
                <a:lnTo>
                  <a:pt x="510492" y="0"/>
                </a:lnTo>
                <a:lnTo>
                  <a:pt x="510492" y="520910"/>
                </a:lnTo>
                <a:lnTo>
                  <a:pt x="0" y="52091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78036" y="7942413"/>
            <a:ext cx="2304336" cy="47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4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Network with Like-minded </a:t>
            </a:r>
          </a:p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4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Tech Enthuiasts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352533" y="7782302"/>
            <a:ext cx="2753387" cy="619512"/>
          </a:xfrm>
          <a:custGeom>
            <a:avLst/>
            <a:gdLst/>
            <a:ahLst/>
            <a:cxnLst/>
            <a:rect r="r" b="b" t="t" l="l"/>
            <a:pathLst>
              <a:path h="619512" w="2753387">
                <a:moveTo>
                  <a:pt x="0" y="0"/>
                </a:moveTo>
                <a:lnTo>
                  <a:pt x="2753386" y="0"/>
                </a:lnTo>
                <a:lnTo>
                  <a:pt x="2753386" y="619512"/>
                </a:lnTo>
                <a:lnTo>
                  <a:pt x="0" y="6195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833671" y="7827085"/>
            <a:ext cx="2709949" cy="609738"/>
          </a:xfrm>
          <a:custGeom>
            <a:avLst/>
            <a:gdLst/>
            <a:ahLst/>
            <a:cxnLst/>
            <a:rect r="r" b="b" t="t" l="l"/>
            <a:pathLst>
              <a:path h="609738" w="2709949">
                <a:moveTo>
                  <a:pt x="0" y="0"/>
                </a:moveTo>
                <a:lnTo>
                  <a:pt x="2709948" y="0"/>
                </a:lnTo>
                <a:lnTo>
                  <a:pt x="2709948" y="609739"/>
                </a:lnTo>
                <a:lnTo>
                  <a:pt x="0" y="609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2069144" y="-1171041"/>
            <a:ext cx="3024000" cy="3304918"/>
          </a:xfrm>
          <a:custGeom>
            <a:avLst/>
            <a:gdLst/>
            <a:ahLst/>
            <a:cxnLst/>
            <a:rect r="r" b="b" t="t" l="l"/>
            <a:pathLst>
              <a:path h="3304918" w="3024000">
                <a:moveTo>
                  <a:pt x="0" y="0"/>
                </a:moveTo>
                <a:lnTo>
                  <a:pt x="3024000" y="0"/>
                </a:lnTo>
                <a:lnTo>
                  <a:pt x="3024000" y="3304918"/>
                </a:lnTo>
                <a:lnTo>
                  <a:pt x="0" y="330491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98045" y="563232"/>
            <a:ext cx="2302669" cy="150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08"/>
              </a:lnSpc>
              <a:spcBef>
                <a:spcPct val="0"/>
              </a:spcBef>
            </a:pPr>
            <a:r>
              <a:rPr lang="en-US" sz="8720">
                <a:solidFill>
                  <a:srgbClr val="FFFFFF"/>
                </a:solidFill>
                <a:latin typeface="Bernier Shade"/>
                <a:ea typeface="Bernier Shade"/>
                <a:cs typeface="Bernier Shade"/>
                <a:sym typeface="Bernier Shade"/>
              </a:rPr>
              <a:t>HACK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82681" y="2736808"/>
            <a:ext cx="4766801" cy="29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200">
                <a:solidFill>
                  <a:srgbClr val="000000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Hack • Build • Connect • Compete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524982" y="1087107"/>
            <a:ext cx="2864287" cy="105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7"/>
              </a:lnSpc>
            </a:pPr>
            <a:r>
              <a:rPr lang="en-US" sz="9197">
                <a:solidFill>
                  <a:srgbClr val="FAC302"/>
                </a:solidFill>
                <a:latin typeface="Bernier Shade"/>
                <a:ea typeface="Bernier Shade"/>
                <a:cs typeface="Bernier Shade"/>
                <a:sym typeface="Bernier Shade"/>
              </a:rPr>
              <a:t>TOBER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00628" y="4333402"/>
            <a:ext cx="160366" cy="73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  <a:spcBef>
                <a:spcPct val="0"/>
              </a:spcBef>
            </a:pPr>
            <a:r>
              <a:rPr lang="en-US" sz="4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|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21426" y="4333402"/>
            <a:ext cx="160366" cy="73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  <a:spcBef>
                <a:spcPct val="0"/>
              </a:spcBef>
            </a:pPr>
            <a:r>
              <a:rPr lang="en-US" sz="4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|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4284" y="4482101"/>
            <a:ext cx="455745" cy="22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414">
                <a:solidFill>
                  <a:srgbClr val="F19B1A"/>
                </a:solidFill>
                <a:latin typeface="Canva Sans"/>
                <a:ea typeface="Canva Sans"/>
                <a:cs typeface="Canva Sans"/>
                <a:sym typeface="Canva Sans"/>
              </a:rPr>
              <a:t>DATE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091686" y="4482101"/>
            <a:ext cx="605579" cy="22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414">
                <a:solidFill>
                  <a:srgbClr val="F09A19"/>
                </a:solidFill>
                <a:latin typeface="Canva Sans"/>
                <a:ea typeface="Canva Sans"/>
                <a:cs typeface="Canva Sans"/>
                <a:sym typeface="Canva Sans"/>
              </a:rPr>
              <a:t>VENUE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02597" y="4455225"/>
            <a:ext cx="1652468" cy="2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414">
                <a:solidFill>
                  <a:srgbClr val="F09A19"/>
                </a:solidFill>
                <a:latin typeface="Canva Sans"/>
                <a:ea typeface="Canva Sans"/>
                <a:cs typeface="Canva Sans"/>
                <a:sym typeface="Canva Sans"/>
              </a:rPr>
              <a:t>REGISTRATION FEE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8726" y="4731987"/>
            <a:ext cx="109525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OCTOBER 14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091686" y="4731987"/>
            <a:ext cx="159639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SPORTS COMPLEX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96707" y="4731987"/>
            <a:ext cx="49256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 200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14892" y="8770199"/>
            <a:ext cx="407983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Luciole"/>
                <a:ea typeface="Luciole"/>
                <a:cs typeface="Luciole"/>
                <a:sym typeface="Luciole"/>
              </a:rPr>
              <a:t>A COLLABORATIVE EVENT FOR INNOVATORS, CREATORS AND 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Luciole"/>
                <a:ea typeface="Luciole"/>
                <a:cs typeface="Luciole"/>
                <a:sym typeface="Luciole"/>
              </a:rPr>
              <a:t>PROBLEM SOLVERS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3368546" y="6003474"/>
            <a:ext cx="1826548" cy="1016332"/>
            <a:chOff x="0" y="0"/>
            <a:chExt cx="2435398" cy="13551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110843" y="978511"/>
              <a:ext cx="1276605" cy="376598"/>
            </a:xfrm>
            <a:custGeom>
              <a:avLst/>
              <a:gdLst/>
              <a:ahLst/>
              <a:cxnLst/>
              <a:rect r="r" b="b" t="t" l="l"/>
              <a:pathLst>
                <a:path h="376598" w="1276605">
                  <a:moveTo>
                    <a:pt x="0" y="0"/>
                  </a:moveTo>
                  <a:lnTo>
                    <a:pt x="1276605" y="0"/>
                  </a:lnTo>
                  <a:lnTo>
                    <a:pt x="1276605" y="376598"/>
                  </a:lnTo>
                  <a:lnTo>
                    <a:pt x="0" y="376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-629526">
              <a:off x="177077" y="234077"/>
              <a:ext cx="2090437" cy="369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3"/>
                </a:lnSpc>
              </a:pPr>
              <a:r>
                <a:rPr lang="en-US" sz="2056">
                  <a:solidFill>
                    <a:srgbClr val="F09A19"/>
                  </a:solidFill>
                  <a:latin typeface="Quotes Script"/>
                  <a:ea typeface="Quotes Script"/>
                  <a:cs typeface="Quotes Script"/>
                  <a:sym typeface="Quotes Script"/>
                </a:rPr>
                <a:t>SCAN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629526">
              <a:off x="26351" y="538804"/>
              <a:ext cx="2391369" cy="413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1"/>
                </a:lnSpc>
              </a:pPr>
              <a:r>
                <a:rPr lang="en-US" sz="2288">
                  <a:solidFill>
                    <a:srgbClr val="F09A19"/>
                  </a:solidFill>
                  <a:latin typeface="Quotes Script"/>
                  <a:ea typeface="Quotes Script"/>
                  <a:cs typeface="Quotes Script"/>
                  <a:sym typeface="Quotes Script"/>
                </a:rPr>
                <a:t>HERE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76281" y="5204657"/>
            <a:ext cx="2055257" cy="37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  <a:spcBef>
                <a:spcPct val="0"/>
              </a:spcBef>
            </a:pPr>
            <a:r>
              <a:rPr lang="en-US" b="true" sz="2204">
                <a:solidFill>
                  <a:srgbClr val="000000"/>
                </a:solidFill>
                <a:latin typeface="Dynamo Condensed Bold"/>
                <a:ea typeface="Dynamo Condensed Bold"/>
                <a:cs typeface="Dynamo Condensed Bold"/>
                <a:sym typeface="Dynamo Condensed Bold"/>
              </a:rPr>
              <a:t>EVENT HIGHLIGHTS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6842" y="5846984"/>
            <a:ext cx="1831538" cy="47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4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Exciting Challenges &amp;</a:t>
            </a:r>
          </a:p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4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Problem Statement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6842" y="6544470"/>
            <a:ext cx="1663779" cy="47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4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Participation </a:t>
            </a:r>
          </a:p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4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(Team of 2)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8036" y="7325889"/>
            <a:ext cx="1769150" cy="2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4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Prices &amp; Recognition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707047" y="7876583"/>
            <a:ext cx="3756669" cy="431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  <a:spcBef>
                <a:spcPct val="0"/>
              </a:spcBef>
            </a:pPr>
            <a:r>
              <a:rPr lang="en-US" b="true" sz="2504">
                <a:solidFill>
                  <a:srgbClr val="000000"/>
                </a:solidFill>
                <a:latin typeface="Dynamo Condensed Bold"/>
                <a:ea typeface="Dynamo Condensed Bold"/>
                <a:cs typeface="Dynamo Condensed Bold"/>
                <a:sym typeface="Dynamo Condensed Bold"/>
              </a:rPr>
              <a:t>BE PART OF SOMETHING BIG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6819978" y="-1845376"/>
            <a:ext cx="3024000" cy="3304918"/>
          </a:xfrm>
          <a:custGeom>
            <a:avLst/>
            <a:gdLst/>
            <a:ahLst/>
            <a:cxnLst/>
            <a:rect r="r" b="b" t="t" l="l"/>
            <a:pathLst>
              <a:path h="3304918" w="3024000">
                <a:moveTo>
                  <a:pt x="0" y="0"/>
                </a:moveTo>
                <a:lnTo>
                  <a:pt x="3024000" y="0"/>
                </a:lnTo>
                <a:lnTo>
                  <a:pt x="3024000" y="3304918"/>
                </a:lnTo>
                <a:lnTo>
                  <a:pt x="0" y="330491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0" y="0"/>
            <a:ext cx="7560000" cy="867476"/>
            <a:chOff x="0" y="0"/>
            <a:chExt cx="10080000" cy="1156635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1952163" y="72658"/>
              <a:ext cx="6073280" cy="813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0"/>
                </a:lnSpc>
                <a:spcBef>
                  <a:spcPct val="0"/>
                </a:spcBef>
              </a:pPr>
              <a:r>
                <a:rPr lang="en-US" sz="1743">
                  <a:solidFill>
                    <a:srgbClr val="F1E6ED"/>
                  </a:solidFill>
                  <a:latin typeface="Brasika"/>
                  <a:ea typeface="Brasika"/>
                  <a:cs typeface="Brasika"/>
                  <a:sym typeface="Brasika"/>
                </a:rPr>
                <a:t>VIDYAVARDHAKA COLLEGE OF ENGINEERING, MYSORE</a:t>
              </a:r>
            </a:p>
          </p:txBody>
        </p:sp>
        <p:sp>
          <p:nvSpPr>
            <p:cNvPr name="Freeform 50" id="50"/>
            <p:cNvSpPr/>
            <p:nvPr/>
          </p:nvSpPr>
          <p:spPr>
            <a:xfrm flipH="false" flipV="false" rot="0">
              <a:off x="8020473" y="0"/>
              <a:ext cx="722742" cy="720267"/>
            </a:xfrm>
            <a:custGeom>
              <a:avLst/>
              <a:gdLst/>
              <a:ahLst/>
              <a:cxnLst/>
              <a:rect r="r" b="b" t="t" l="l"/>
              <a:pathLst>
                <a:path h="720267" w="722742">
                  <a:moveTo>
                    <a:pt x="0" y="0"/>
                  </a:moveTo>
                  <a:lnTo>
                    <a:pt x="722743" y="0"/>
                  </a:lnTo>
                  <a:lnTo>
                    <a:pt x="722743" y="720267"/>
                  </a:lnTo>
                  <a:lnTo>
                    <a:pt x="0" y="720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080775" y="0"/>
              <a:ext cx="871596" cy="741848"/>
            </a:xfrm>
            <a:custGeom>
              <a:avLst/>
              <a:gdLst/>
              <a:ahLst/>
              <a:cxnLst/>
              <a:rect r="r" b="b" t="t" l="l"/>
              <a:pathLst>
                <a:path h="741848" w="871596">
                  <a:moveTo>
                    <a:pt x="0" y="0"/>
                  </a:moveTo>
                  <a:lnTo>
                    <a:pt x="871596" y="0"/>
                  </a:lnTo>
                  <a:lnTo>
                    <a:pt x="871596" y="741848"/>
                  </a:lnTo>
                  <a:lnTo>
                    <a:pt x="0" y="74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0" b="-1748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0" y="1021026"/>
              <a:ext cx="10080000" cy="135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95"/>
                </a:lnSpc>
                <a:spcBef>
                  <a:spcPct val="0"/>
                </a:spcBef>
              </a:pPr>
              <a:r>
                <a:rPr lang="en-US" sz="639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DEPARTMENT OF CSE (ARTIFICIAL INTELLIGENCE &amp; MACHINE LEARNING) 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3652249" y="3664916"/>
            <a:ext cx="1661902" cy="36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ynamo Medium"/>
                <a:ea typeface="Dynamo Medium"/>
                <a:cs typeface="Dynamo Medium"/>
                <a:sym typeface="Dynamo Medium"/>
              </a:rPr>
              <a:t>HACKTOBER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7189394" y="9187242"/>
            <a:ext cx="2582949" cy="581163"/>
          </a:xfrm>
          <a:custGeom>
            <a:avLst/>
            <a:gdLst/>
            <a:ahLst/>
            <a:cxnLst/>
            <a:rect r="r" b="b" t="t" l="l"/>
            <a:pathLst>
              <a:path h="581163" w="2582949">
                <a:moveTo>
                  <a:pt x="0" y="0"/>
                </a:moveTo>
                <a:lnTo>
                  <a:pt x="2582949" y="0"/>
                </a:lnTo>
                <a:lnTo>
                  <a:pt x="2582949" y="581163"/>
                </a:lnTo>
                <a:lnTo>
                  <a:pt x="0" y="581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-2221411" y="-1143420"/>
            <a:ext cx="3024000" cy="3304918"/>
          </a:xfrm>
          <a:custGeom>
            <a:avLst/>
            <a:gdLst/>
            <a:ahLst/>
            <a:cxnLst/>
            <a:rect r="r" b="b" t="t" l="l"/>
            <a:pathLst>
              <a:path h="3304918" w="3024000">
                <a:moveTo>
                  <a:pt x="0" y="0"/>
                </a:moveTo>
                <a:lnTo>
                  <a:pt x="3024000" y="0"/>
                </a:lnTo>
                <a:lnTo>
                  <a:pt x="3024000" y="3304919"/>
                </a:lnTo>
                <a:lnTo>
                  <a:pt x="0" y="330491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641632" y="-2437442"/>
            <a:ext cx="3024000" cy="3304918"/>
          </a:xfrm>
          <a:custGeom>
            <a:avLst/>
            <a:gdLst/>
            <a:ahLst/>
            <a:cxnLst/>
            <a:rect r="r" b="b" t="t" l="l"/>
            <a:pathLst>
              <a:path h="3304918" w="3024000">
                <a:moveTo>
                  <a:pt x="0" y="0"/>
                </a:moveTo>
                <a:lnTo>
                  <a:pt x="3024000" y="0"/>
                </a:lnTo>
                <a:lnTo>
                  <a:pt x="3024000" y="3304918"/>
                </a:lnTo>
                <a:lnTo>
                  <a:pt x="0" y="330491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7112483" y="6884684"/>
            <a:ext cx="3024000" cy="3304918"/>
          </a:xfrm>
          <a:custGeom>
            <a:avLst/>
            <a:gdLst/>
            <a:ahLst/>
            <a:cxnLst/>
            <a:rect r="r" b="b" t="t" l="l"/>
            <a:pathLst>
              <a:path h="3304918" w="3024000">
                <a:moveTo>
                  <a:pt x="0" y="0"/>
                </a:moveTo>
                <a:lnTo>
                  <a:pt x="3024000" y="0"/>
                </a:lnTo>
                <a:lnTo>
                  <a:pt x="3024000" y="3304918"/>
                </a:lnTo>
                <a:lnTo>
                  <a:pt x="0" y="330491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2323747" y="3450288"/>
            <a:ext cx="882209" cy="777095"/>
          </a:xfrm>
          <a:custGeom>
            <a:avLst/>
            <a:gdLst/>
            <a:ahLst/>
            <a:cxnLst/>
            <a:rect r="r" b="b" t="t" l="l"/>
            <a:pathLst>
              <a:path h="777095" w="882209">
                <a:moveTo>
                  <a:pt x="0" y="0"/>
                </a:moveTo>
                <a:lnTo>
                  <a:pt x="882209" y="0"/>
                </a:lnTo>
                <a:lnTo>
                  <a:pt x="882209" y="777095"/>
                </a:lnTo>
                <a:lnTo>
                  <a:pt x="0" y="77709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-529" t="-6472" r="0" b="-7655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3402614" y="3674625"/>
            <a:ext cx="185142" cy="38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X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-127751" y="10013023"/>
            <a:ext cx="7560000" cy="633720"/>
            <a:chOff x="0" y="0"/>
            <a:chExt cx="10080000" cy="844959"/>
          </a:xfrm>
        </p:grpSpPr>
        <p:sp>
          <p:nvSpPr>
            <p:cNvPr name="TextBox 61" id="61"/>
            <p:cNvSpPr txBox="true"/>
            <p:nvPr/>
          </p:nvSpPr>
          <p:spPr>
            <a:xfrm rot="0">
              <a:off x="0" y="-19050"/>
              <a:ext cx="3118275" cy="856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45"/>
                </a:lnSpc>
              </a:pPr>
              <a:r>
                <a:rPr lang="en-US" sz="96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PATRON</a:t>
              </a:r>
            </a:p>
            <a:p>
              <a:pPr algn="ctr">
                <a:lnSpc>
                  <a:spcPts val="951"/>
                </a:lnSpc>
              </a:pPr>
            </a:p>
            <a:p>
              <a:pPr algn="ctr">
                <a:lnSpc>
                  <a:spcPts val="951"/>
                </a:lnSpc>
              </a:pPr>
              <a:r>
                <a:rPr lang="en-US" sz="679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DR. B. SADASHIVE GOWDA</a:t>
              </a:r>
            </a:p>
            <a:p>
              <a:pPr algn="ctr">
                <a:lnSpc>
                  <a:spcPts val="951"/>
                </a:lnSpc>
              </a:pPr>
            </a:p>
            <a:p>
              <a:pPr algn="ctr" marL="0" indent="0" lvl="0">
                <a:lnSpc>
                  <a:spcPts val="951"/>
                </a:lnSpc>
                <a:spcBef>
                  <a:spcPct val="0"/>
                </a:spcBef>
              </a:pPr>
              <a:r>
                <a:rPr lang="en-US" sz="679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PRINCIPAL VVCE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2563809" y="-19050"/>
              <a:ext cx="2248663" cy="856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47"/>
                </a:lnSpc>
              </a:pPr>
              <a:r>
                <a:rPr lang="en-US" sz="962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CONVENER</a:t>
              </a:r>
            </a:p>
            <a:p>
              <a:pPr algn="ctr">
                <a:lnSpc>
                  <a:spcPts val="951"/>
                </a:lnSpc>
              </a:pPr>
            </a:p>
            <a:p>
              <a:pPr algn="ctr">
                <a:lnSpc>
                  <a:spcPts val="951"/>
                </a:lnSpc>
              </a:pPr>
              <a:r>
                <a:rPr lang="en-US" sz="679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DR. ADITHYA CR</a:t>
              </a:r>
            </a:p>
            <a:p>
              <a:pPr algn="ctr">
                <a:lnSpc>
                  <a:spcPts val="951"/>
                </a:lnSpc>
              </a:pPr>
            </a:p>
            <a:p>
              <a:pPr algn="ctr" marL="0" indent="0" lvl="0">
                <a:lnSpc>
                  <a:spcPts val="951"/>
                </a:lnSpc>
                <a:spcBef>
                  <a:spcPct val="0"/>
                </a:spcBef>
              </a:pPr>
              <a:r>
                <a:rPr lang="en-US" sz="679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HOD, CSE (AIML)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4695237" y="-19050"/>
              <a:ext cx="2647880" cy="818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47"/>
                </a:lnSpc>
              </a:pPr>
              <a:r>
                <a:rPr lang="en-US" sz="962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FACULTY COORDINATOR</a:t>
              </a:r>
            </a:p>
            <a:p>
              <a:pPr algn="ctr">
                <a:lnSpc>
                  <a:spcPts val="951"/>
                </a:lnSpc>
              </a:pPr>
            </a:p>
            <a:p>
              <a:pPr algn="ctr">
                <a:lnSpc>
                  <a:spcPts val="951"/>
                </a:lnSpc>
              </a:pPr>
              <a:r>
                <a:rPr lang="en-US" sz="679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DR. VARSHITHA DN</a:t>
              </a:r>
            </a:p>
            <a:p>
              <a:pPr algn="ctr">
                <a:lnSpc>
                  <a:spcPts val="951"/>
                </a:lnSpc>
              </a:pPr>
            </a:p>
            <a:p>
              <a:pPr algn="ctr" marL="0" indent="0" lvl="0">
                <a:lnSpc>
                  <a:spcPts val="853"/>
                </a:lnSpc>
                <a:spcBef>
                  <a:spcPct val="0"/>
                </a:spcBef>
              </a:pPr>
              <a:r>
                <a:rPr lang="en-US" sz="609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ASSOCIATE. PROF., CSE (AIML)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7432120" y="-19050"/>
              <a:ext cx="2647880" cy="209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47"/>
                </a:lnSpc>
                <a:spcBef>
                  <a:spcPct val="0"/>
                </a:spcBef>
              </a:pPr>
              <a:r>
                <a:rPr lang="en-US" sz="962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STUDENT COORDINATOR</a:t>
              </a:r>
              <a:r>
                <a:rPr lang="en-US" sz="962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7484017" y="478187"/>
              <a:ext cx="2391987" cy="130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5"/>
                </a:lnSpc>
                <a:spcBef>
                  <a:spcPct val="0"/>
                </a:spcBef>
              </a:pPr>
              <a:r>
                <a:rPr lang="en-US" sz="632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SUJAN </a:t>
              </a:r>
              <a:r>
                <a:rPr lang="en-US" sz="632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  -  80884 25263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7484017" y="714098"/>
              <a:ext cx="2350610" cy="130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5"/>
                </a:lnSpc>
                <a:spcBef>
                  <a:spcPct val="0"/>
                </a:spcBef>
              </a:pPr>
              <a:r>
                <a:rPr lang="en-US" sz="632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NAGASIRI - 79759 77430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7484017" y="240868"/>
              <a:ext cx="2350610" cy="130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5"/>
                </a:lnSpc>
                <a:spcBef>
                  <a:spcPct val="0"/>
                </a:spcBef>
              </a:pPr>
              <a:r>
                <a:rPr lang="en-US" sz="632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CHIRANTHAN </a:t>
              </a:r>
              <a:r>
                <a:rPr lang="en-US" sz="632">
                  <a:solidFill>
                    <a:srgbClr val="FFFFF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- 7483718119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-1520645" y="8787192"/>
            <a:ext cx="2753387" cy="619512"/>
          </a:xfrm>
          <a:custGeom>
            <a:avLst/>
            <a:gdLst/>
            <a:ahLst/>
            <a:cxnLst/>
            <a:rect r="r" b="b" t="t" l="l"/>
            <a:pathLst>
              <a:path h="619512" w="2753387">
                <a:moveTo>
                  <a:pt x="0" y="0"/>
                </a:moveTo>
                <a:lnTo>
                  <a:pt x="2753387" y="0"/>
                </a:lnTo>
                <a:lnTo>
                  <a:pt x="2753387" y="619512"/>
                </a:lnTo>
                <a:lnTo>
                  <a:pt x="0" y="6195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-1113641" y="9244392"/>
            <a:ext cx="2753387" cy="619512"/>
          </a:xfrm>
          <a:custGeom>
            <a:avLst/>
            <a:gdLst/>
            <a:ahLst/>
            <a:cxnLst/>
            <a:rect r="r" b="b" t="t" l="l"/>
            <a:pathLst>
              <a:path h="619512" w="2753387">
                <a:moveTo>
                  <a:pt x="0" y="0"/>
                </a:moveTo>
                <a:lnTo>
                  <a:pt x="2753386" y="0"/>
                </a:lnTo>
                <a:lnTo>
                  <a:pt x="2753386" y="619512"/>
                </a:lnTo>
                <a:lnTo>
                  <a:pt x="0" y="6195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-839510" y="9431960"/>
            <a:ext cx="2753387" cy="619512"/>
          </a:xfrm>
          <a:custGeom>
            <a:avLst/>
            <a:gdLst/>
            <a:ahLst/>
            <a:cxnLst/>
            <a:rect r="r" b="b" t="t" l="l"/>
            <a:pathLst>
              <a:path h="619512" w="2753387">
                <a:moveTo>
                  <a:pt x="0" y="0"/>
                </a:moveTo>
                <a:lnTo>
                  <a:pt x="2753386" y="0"/>
                </a:lnTo>
                <a:lnTo>
                  <a:pt x="2753386" y="619512"/>
                </a:lnTo>
                <a:lnTo>
                  <a:pt x="0" y="6195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-1038479" y="8924417"/>
            <a:ext cx="2753387" cy="619512"/>
          </a:xfrm>
          <a:custGeom>
            <a:avLst/>
            <a:gdLst/>
            <a:ahLst/>
            <a:cxnLst/>
            <a:rect r="r" b="b" t="t" l="l"/>
            <a:pathLst>
              <a:path h="619512" w="2753387">
                <a:moveTo>
                  <a:pt x="0" y="0"/>
                </a:moveTo>
                <a:lnTo>
                  <a:pt x="2753387" y="0"/>
                </a:lnTo>
                <a:lnTo>
                  <a:pt x="2753387" y="619512"/>
                </a:lnTo>
                <a:lnTo>
                  <a:pt x="0" y="6195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-663305" y="9187242"/>
            <a:ext cx="2753387" cy="619512"/>
          </a:xfrm>
          <a:custGeom>
            <a:avLst/>
            <a:gdLst/>
            <a:ahLst/>
            <a:cxnLst/>
            <a:rect r="r" b="b" t="t" l="l"/>
            <a:pathLst>
              <a:path h="619512" w="2753387">
                <a:moveTo>
                  <a:pt x="0" y="0"/>
                </a:moveTo>
                <a:lnTo>
                  <a:pt x="2753387" y="0"/>
                </a:lnTo>
                <a:lnTo>
                  <a:pt x="2753387" y="619512"/>
                </a:lnTo>
                <a:lnTo>
                  <a:pt x="0" y="6195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30340" y="8849141"/>
            <a:ext cx="1373569" cy="1153798"/>
          </a:xfrm>
          <a:custGeom>
            <a:avLst/>
            <a:gdLst/>
            <a:ahLst/>
            <a:cxnLst/>
            <a:rect r="r" b="b" t="t" l="l"/>
            <a:pathLst>
              <a:path h="1153798" w="1373569">
                <a:moveTo>
                  <a:pt x="0" y="0"/>
                </a:moveTo>
                <a:lnTo>
                  <a:pt x="1373570" y="0"/>
                </a:lnTo>
                <a:lnTo>
                  <a:pt x="1373570" y="1153798"/>
                </a:lnTo>
                <a:lnTo>
                  <a:pt x="0" y="1153798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227968" y="9017958"/>
            <a:ext cx="578618" cy="355850"/>
          </a:xfrm>
          <a:custGeom>
            <a:avLst/>
            <a:gdLst/>
            <a:ahLst/>
            <a:cxnLst/>
            <a:rect r="r" b="b" t="t" l="l"/>
            <a:pathLst>
              <a:path h="355850" w="578618">
                <a:moveTo>
                  <a:pt x="0" y="0"/>
                </a:moveTo>
                <a:lnTo>
                  <a:pt x="578618" y="0"/>
                </a:lnTo>
                <a:lnTo>
                  <a:pt x="578618" y="355850"/>
                </a:lnTo>
                <a:lnTo>
                  <a:pt x="0" y="3558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281806" y="9017958"/>
            <a:ext cx="433101" cy="548230"/>
          </a:xfrm>
          <a:custGeom>
            <a:avLst/>
            <a:gdLst/>
            <a:ahLst/>
            <a:cxnLst/>
            <a:rect r="r" b="b" t="t" l="l"/>
            <a:pathLst>
              <a:path h="548230" w="433101">
                <a:moveTo>
                  <a:pt x="0" y="0"/>
                </a:moveTo>
                <a:lnTo>
                  <a:pt x="433102" y="0"/>
                </a:lnTo>
                <a:lnTo>
                  <a:pt x="433102" y="548229"/>
                </a:lnTo>
                <a:lnTo>
                  <a:pt x="0" y="548229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482681" y="3632464"/>
            <a:ext cx="569406" cy="521007"/>
          </a:xfrm>
          <a:custGeom>
            <a:avLst/>
            <a:gdLst/>
            <a:ahLst/>
            <a:cxnLst/>
            <a:rect r="r" b="b" t="t" l="l"/>
            <a:pathLst>
              <a:path h="521007" w="569406">
                <a:moveTo>
                  <a:pt x="0" y="0"/>
                </a:moveTo>
                <a:lnTo>
                  <a:pt x="569406" y="0"/>
                </a:lnTo>
                <a:lnTo>
                  <a:pt x="569406" y="521006"/>
                </a:lnTo>
                <a:lnTo>
                  <a:pt x="0" y="52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1602357" y="2061099"/>
            <a:ext cx="4411638" cy="31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200">
                <a:solidFill>
                  <a:srgbClr val="FFFFFF"/>
                </a:solidFill>
                <a:latin typeface="Brasika"/>
                <a:ea typeface="Brasika"/>
                <a:cs typeface="Brasika"/>
                <a:sym typeface="Brasika"/>
              </a:rPr>
              <a:t>A  GLOBAL</a:t>
            </a:r>
            <a:r>
              <a:rPr lang="en-US" sz="2200">
                <a:solidFill>
                  <a:srgbClr val="000000"/>
                </a:solidFill>
                <a:latin typeface="Brasika"/>
                <a:ea typeface="Brasika"/>
                <a:cs typeface="Brasika"/>
                <a:sym typeface="Brasika"/>
              </a:rPr>
              <a:t>  </a:t>
            </a:r>
            <a:r>
              <a:rPr lang="en-US" sz="2200">
                <a:solidFill>
                  <a:srgbClr val="F09A19"/>
                </a:solidFill>
                <a:latin typeface="Brasika"/>
                <a:ea typeface="Brasika"/>
                <a:cs typeface="Brasika"/>
                <a:sym typeface="Brasika"/>
              </a:rPr>
              <a:t>LEVEL 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DAHWr0pdXRw</dc:identifier>
  <dcterms:modified xsi:type="dcterms:W3CDTF">2011-08-01T06:04:30Z</dcterms:modified>
  <cp:revision>1</cp:revision>
  <dc:title>HACK</dc:title>
</cp:coreProperties>
</file>